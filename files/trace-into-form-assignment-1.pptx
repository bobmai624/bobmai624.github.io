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9"/>
  </p:handoutMasterIdLst>
  <p:sldIdLst>
    <p:sldId id="256" r:id="rId3"/>
    <p:sldId id="259" r:id="rId5"/>
    <p:sldId id="258" r:id="rId6"/>
    <p:sldId id="257" r:id="rId7"/>
    <p:sldId id="260" r:id="rId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jpeg"/><Relationship Id="rId2" Type="http://schemas.openxmlformats.org/officeDocument/2006/relationships/tags" Target="../tags/tag1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effectLst/>
                <a:cs typeface="+mj-lt"/>
              </a:rPr>
              <a:t>Assignment 1 presentation</a:t>
            </a:r>
            <a:endParaRPr lang="en-US" altLang="zh-CN" dirty="0">
              <a:effectLst/>
              <a:cs typeface="+mj-lt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</a:rPr>
              <a:t>Bowen MAI 1499905</a:t>
            </a:r>
            <a:endParaRPr lang="en-US" altLang="zh-CN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截屏2024-03-24 下午6.17.0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1880" y="1817370"/>
            <a:ext cx="2853690" cy="2966085"/>
          </a:xfrm>
          <a:prstGeom prst="rect">
            <a:avLst/>
          </a:prstGeom>
        </p:spPr>
      </p:pic>
      <p:pic>
        <p:nvPicPr>
          <p:cNvPr id="3" name="图片 2" descr="截屏2024-03-24 下午6.17.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770" y="2013585"/>
            <a:ext cx="3380105" cy="27698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276600" y="4990465"/>
            <a:ext cx="984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tracing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7753350" y="4998720"/>
            <a:ext cx="13227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modeling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截屏2024-03-24 下午5.56.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935" y="206375"/>
            <a:ext cx="4319905" cy="6106160"/>
          </a:xfrm>
          <a:prstGeom prst="rect">
            <a:avLst/>
          </a:prstGeom>
        </p:spPr>
      </p:pic>
      <p:pic>
        <p:nvPicPr>
          <p:cNvPr id="6" name="图片 5" descr="IMG_23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" y="55245"/>
            <a:ext cx="2680970" cy="4023995"/>
          </a:xfrm>
          <a:prstGeom prst="rect">
            <a:avLst/>
          </a:prstGeom>
        </p:spPr>
      </p:pic>
      <p:pic>
        <p:nvPicPr>
          <p:cNvPr id="9" name="图片 8" descr="截屏2024-03-24 下午6.24.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4350" y="206375"/>
            <a:ext cx="4373880" cy="63538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截屏2024-03-24 下午5.53.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445" y="191135"/>
            <a:ext cx="6224905" cy="4740275"/>
          </a:xfrm>
          <a:prstGeom prst="rect">
            <a:avLst/>
          </a:prstGeom>
        </p:spPr>
      </p:pic>
      <p:pic>
        <p:nvPicPr>
          <p:cNvPr id="3" name="图片 2" descr="截屏2024-03-24 下午5.45.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585" y="2990215"/>
            <a:ext cx="7178040" cy="3791585"/>
          </a:xfrm>
          <a:prstGeom prst="rect">
            <a:avLst/>
          </a:prstGeom>
        </p:spPr>
      </p:pic>
      <p:pic>
        <p:nvPicPr>
          <p:cNvPr id="6" name="图片 5" descr="截屏2024-03-24 下午3.59.55_副本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6520" y="191135"/>
            <a:ext cx="2961640" cy="32696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799445" y="743585"/>
            <a:ext cx="13227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original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583690" y="5399405"/>
            <a:ext cx="2627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exaggerate</a:t>
            </a:r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截屏2024-03-24 下午5.40.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5810" y="142875"/>
            <a:ext cx="2447925" cy="6572250"/>
          </a:xfrm>
          <a:prstGeom prst="rect">
            <a:avLst/>
          </a:prstGeom>
        </p:spPr>
      </p:pic>
      <p:pic>
        <p:nvPicPr>
          <p:cNvPr id="6" name="图片 5" descr="IMG_232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965825" y="324485"/>
            <a:ext cx="3907790" cy="586549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WPS 演示</Application>
  <PresentationFormat>宽屏</PresentationFormat>
  <Paragraphs>12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叔</cp:lastModifiedBy>
  <cp:revision>10</cp:revision>
  <dcterms:created xsi:type="dcterms:W3CDTF">2024-03-24T07:59:55Z</dcterms:created>
  <dcterms:modified xsi:type="dcterms:W3CDTF">2024-03-24T07:59:55Z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2052-6.5.2.8766</vt:lpwstr>
  </property>
  <property fmtid="{D5CDD505-2E9C-101B-9397-08002B2CF9AE}" pid="3" name="ICV">
    <vt:lpwstr>70112B49EB86646DFACAFF6576EF4DB3_41</vt:lpwstr>
  </property>
</Properties>
</file>